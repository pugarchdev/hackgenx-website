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08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51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668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36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91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864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40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68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21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02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11D75E4A-D235-4371-9968-18068B31F783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8500776-BE85-4909-AF71-3939D7880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18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C6EC-562D-1101-F307-A61F0E918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HackGenX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Algerian" panose="04020705040A02060702" pitchFamily="82" charset="0"/>
              </a:rPr>
              <a:t> 2026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132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ECCC-A939-B39F-AF5C-F447DA4E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Name here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7675F-8A01-0542-2D6D-F7EE6F42B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Member Names and Roles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147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EE2DA-B759-CB3F-C52F-83B2F21F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2D2E8-B9EB-BEF6-D505-1404036BF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Clearly define the problem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827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F3C5B-F00C-252B-B9B4-6F4D3448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03D04-FD35-31A6-2423-F91D49BE1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the approach to solve the problem and what uniqueness you are introducing.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2471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CBDE-9C06-F8FF-7C14-F59FD1BFD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 Used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02ECA-B300-5747-879E-7F0A36835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Mention programming languages, frameworks, and tools you plan to use.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56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7FD8F-3FBE-A25A-9CA3-22D9C9011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Plan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33607-445B-DBE3-689C-0A931878E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Outline the development process (How will your team execute the solution?)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0044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6DDEF-C13F-FF0C-F362-3C8501EC5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 &amp; It’s Impact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45F48-766C-2FE1-1005-5FDF9F067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here the final product.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1604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EDA7F-FC88-448B-619F-F3268F12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87A2B-40B5-4DF8-E5DF-32F3D9A3E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the scalability of the product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5022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12</TotalTime>
  <Words>81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Algerian</vt:lpstr>
      <vt:lpstr>Rockwell</vt:lpstr>
      <vt:lpstr>Rockwell Condensed</vt:lpstr>
      <vt:lpstr>Wingdings</vt:lpstr>
      <vt:lpstr>Wood Type</vt:lpstr>
      <vt:lpstr>HackGenX 2026</vt:lpstr>
      <vt:lpstr>Team Name here</vt:lpstr>
      <vt:lpstr>Problem Statement </vt:lpstr>
      <vt:lpstr>Proposed Solution</vt:lpstr>
      <vt:lpstr>Technology Stack Used</vt:lpstr>
      <vt:lpstr>Implementation Plan</vt:lpstr>
      <vt:lpstr>Expected Outcome &amp; It’s Impact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Chavan</dc:creator>
  <cp:lastModifiedBy>Nitin Chavan</cp:lastModifiedBy>
  <cp:revision>5</cp:revision>
  <dcterms:created xsi:type="dcterms:W3CDTF">2026-01-21T07:47:25Z</dcterms:created>
  <dcterms:modified xsi:type="dcterms:W3CDTF">2026-01-21T08:07:35Z</dcterms:modified>
</cp:coreProperties>
</file>